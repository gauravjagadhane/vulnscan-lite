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60120"/>
            <a:ext cx="6858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VULNSCAN 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5C2D3"/>
                </a:solidFill>
                <a:latin typeface="Aptos"/>
              </a:rPr>
              <a:t>Passive Web Security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BB8CC"/>
                </a:solidFill>
                <a:latin typeface="Aptos"/>
              </a:rPr>
              <a:t>An asynchronous security-health assessment for authorized public websites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1874519" cy="6858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69663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074FF"/>
                </a:solidFill>
                <a:latin typeface="Aptos"/>
              </a:rPr>
              <a:t>HTTP Headers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3977639"/>
            <a:ext cx="1874519" cy="6858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4169663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5C2D3"/>
                </a:solidFill>
                <a:latin typeface="Aptos"/>
              </a:rPr>
              <a:t>TLS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3977639"/>
            <a:ext cx="1874519" cy="6858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4169663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8BE84"/>
                </a:solidFill>
                <a:latin typeface="Aptos"/>
              </a:rPr>
              <a:t>CMS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977639"/>
            <a:ext cx="1874519" cy="6858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169663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A643"/>
                </a:solidFill>
                <a:latin typeface="Aptos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Persevex Cyber Security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Project 2  |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34924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BB8CC"/>
                </a:solidFill>
                <a:latin typeface="Aptos"/>
              </a:rPr>
              <a:t>Only scan websites you own or have permission to assess.
Passive analysis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Why a focused passive scanner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182880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64008" cy="1828800"/>
          </a:xfrm>
          <a:prstGeom prst="rect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48840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Basic security posture checks are often scattered across browser tools, server settings and manual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74720" cy="182880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64008" cy="1828800"/>
          </a:xfrm>
          <a:prstGeom prst="rect">
            <a:avLst/>
          </a:prstGeom>
          <a:solidFill>
            <a:srgbClr val="35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48840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Turn a small set of repeatable checks into one authenticated, asynchronous workflow with a clear report.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74720" cy="182880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64008" cy="1828800"/>
          </a:xfrm>
          <a:prstGeom prst="rect">
            <a:avLst/>
          </a:prstGeom>
          <a:solidFill>
            <a:srgbClr val="48B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19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The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Assess configuration without exploit payloads, brute force, port scanning, directory enumeration or authentication bypass.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7763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C2D3"/>
                </a:solidFill>
                <a:latin typeface="Aptos"/>
              </a:rPr>
              <a:t>Design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434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Useful enough to produce actionable findings, deliberately narrow enough to remain a passive security-health tool.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What the application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03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17320"/>
            <a:ext cx="475488" cy="475488"/>
          </a:xfrm>
          <a:prstGeom prst="ellipse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081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Authenticate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99032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Registration/login with bcrypt password hashes and signed bearer tokens.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350008"/>
            <a:ext cx="475488" cy="475488"/>
          </a:xfrm>
          <a:prstGeom prst="ellipse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41448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4086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33172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Validate an absolute HTTP(S) target and queue a passive assessment.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282696"/>
            <a:ext cx="475488" cy="475488"/>
          </a:xfrm>
          <a:prstGeom prst="ellipse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74136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735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264408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Inspect headers, verified TLS and conservative CMS fingerprints.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215384"/>
            <a:ext cx="475488" cy="475488"/>
          </a:xfrm>
          <a:prstGeom prst="ellipse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306824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06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197096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Convert documented findings into a deterministic 0–100 score and A–F grade.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148072"/>
            <a:ext cx="475488" cy="475488"/>
          </a:xfrm>
          <a:prstGeom prst="ellipse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239512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389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129784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View structured findings, remediation guidance, history and a PDF report.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Separation of concerns keeps scanning isolated and testable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828800" cy="914400"/>
          </a:xfrm>
          <a:prstGeom prst="roundRect">
            <a:avLst/>
          </a:prstGeom>
          <a:solidFill>
            <a:srgbClr val="192843"/>
          </a:solidFill>
          <a:ln w="19050">
            <a:solidFill>
              <a:srgbClr val="30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React /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7919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148840"/>
            <a:ext cx="1828800" cy="914400"/>
          </a:xfrm>
          <a:prstGeom prst="roundRect">
            <a:avLst/>
          </a:prstGeom>
          <a:solidFill>
            <a:srgbClr val="192843"/>
          </a:solidFill>
          <a:ln w="19050">
            <a:solidFill>
              <a:srgbClr val="3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331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67919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143000"/>
            <a:ext cx="1828800" cy="914400"/>
          </a:xfrm>
          <a:prstGeom prst="roundRect">
            <a:avLst/>
          </a:prstGeom>
          <a:solidFill>
            <a:srgbClr val="192843"/>
          </a:solidFill>
          <a:ln w="19050">
            <a:solidFill>
              <a:srgbClr val="48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325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67335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Persistence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154680"/>
            <a:ext cx="1828800" cy="914400"/>
          </a:xfrm>
          <a:prstGeom prst="roundRect">
            <a:avLst/>
          </a:prstGeom>
          <a:solidFill>
            <a:srgbClr val="192843"/>
          </a:solidFill>
          <a:ln w="19050">
            <a:solidFill>
              <a:srgbClr val="F5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3337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68503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Task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154680"/>
            <a:ext cx="1828800" cy="914400"/>
          </a:xfrm>
          <a:prstGeom prst="roundRect">
            <a:avLst/>
          </a:prstGeom>
          <a:solidFill>
            <a:srgbClr val="192843"/>
          </a:solidFill>
          <a:ln w="19050">
            <a:solidFill>
              <a:srgbClr val="30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337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Celery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68503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Worker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3154680"/>
            <a:ext cx="1828800" cy="914400"/>
          </a:xfrm>
          <a:prstGeom prst="roundRect">
            <a:avLst/>
          </a:prstGeom>
          <a:solidFill>
            <a:srgbClr val="192843"/>
          </a:solidFill>
          <a:ln w="19050">
            <a:solidFill>
              <a:srgbClr val="3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3337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Scanner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68503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Passive engine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2606040"/>
            <a:ext cx="548640" cy="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09160" y="1600200"/>
            <a:ext cx="548640" cy="82296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09160" y="2788920"/>
            <a:ext cx="548640" cy="82296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86600" y="3611880"/>
            <a:ext cx="548640" cy="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64040" y="3611880"/>
            <a:ext cx="365760" cy="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8006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Scanner package is independent of FastAPI, database models and Celery.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5780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8CC"/>
                </a:solidFill>
                <a:latin typeface="Aptos"/>
              </a:rPr>
              <a:t>This makes the core checks easier to unit-test and extend.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Passive Scanner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What is actually inspected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388620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3886200"/>
          </a:xfrm>
          <a:prstGeom prst="rect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HTTP Security Headers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11680"/>
            <a:ext cx="3154680" cy="3136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8CC"/>
                </a:solidFill>
                <a:latin typeface="Aptos"/>
              </a:rPr>
              <a:t>Required baseline:
• Content-Security-Policy
• X-Frame-Options
• Strict-Transport-Security (HTTPS)
Bonus hardening:
• X-Content-Type-Options
• Referrer-Policy
• Permissions-Policy
Missing baseline header: −10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388620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3886200"/>
          </a:xfrm>
          <a:prstGeom prst="rect">
            <a:avLst/>
          </a:prstGeom>
          <a:solidFill>
            <a:srgbClr val="35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TLS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154680" cy="3136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8CC"/>
                </a:solidFill>
                <a:latin typeface="Aptos"/>
              </a:rPr>
              <a:t>Uses Python's verified SSL context.
• Certificate chain + hostname validation
• TLS 1.2+ baseline
• 128+ effective cipher bits
• Expiry / issuer / subject
• Explicit failure reasons where available
No retry with verification disabled.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388620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3886200"/>
          </a:xfrm>
          <a:prstGeom prst="rect">
            <a:avLst/>
          </a:prstGeom>
          <a:solidFill>
            <a:srgbClr val="48B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CMS Fingerprinting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11680"/>
            <a:ext cx="3154680" cy="3136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BB8CC"/>
                </a:solidFill>
                <a:latin typeface="Aptos"/>
              </a:rPr>
              <a:t>Conservative evidence only:
• Generator meta tag
• Exact X-Powered-By values
• Stable public asset/path markers
Supported families:
WordPress, Drupal, Joomla
Visible page text alone is not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Asynchronous Scan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The API never performs the target scan inside the request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600200" cy="1234440"/>
          </a:xfrm>
          <a:prstGeom prst="roundRect">
            <a:avLst/>
          </a:prstGeom>
          <a:solidFill>
            <a:srgbClr val="192843"/>
          </a:solidFill>
          <a:ln>
            <a:solidFill>
              <a:srgbClr val="30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267712"/>
            <a:ext cx="1453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POST /api/scan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51760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BB8CC"/>
                </a:solidFill>
                <a:latin typeface="Aptos"/>
              </a:rPr>
              <a:t>Validate + create scan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633472"/>
            <a:ext cx="347471" cy="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0591" y="2011680"/>
            <a:ext cx="1600200" cy="1234440"/>
          </a:xfrm>
          <a:prstGeom prst="roundRect">
            <a:avLst/>
          </a:prstGeom>
          <a:solidFill>
            <a:srgbClr val="192843"/>
          </a:solidFill>
          <a:ln>
            <a:solidFill>
              <a:srgbClr val="F5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2267712"/>
            <a:ext cx="1453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651760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BB8CC"/>
                </a:solidFill>
                <a:latin typeface="Aptos"/>
              </a:rPr>
              <a:t>Queue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50791" y="2633472"/>
            <a:ext cx="347473" cy="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98264" y="2011680"/>
            <a:ext cx="1600200" cy="1234440"/>
          </a:xfrm>
          <a:prstGeom prst="roundRect">
            <a:avLst/>
          </a:prstGeom>
          <a:solidFill>
            <a:srgbClr val="192843"/>
          </a:solidFill>
          <a:ln>
            <a:solidFill>
              <a:srgbClr val="3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267712"/>
            <a:ext cx="1453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Celery 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651760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BB8CC"/>
                </a:solidFill>
                <a:latin typeface="Aptos"/>
              </a:rPr>
              <a:t>Execute scanner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98464" y="2633472"/>
            <a:ext cx="347472" cy="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45936" y="2011680"/>
            <a:ext cx="1600200" cy="1234440"/>
          </a:xfrm>
          <a:prstGeom prst="roundRect">
            <a:avLst/>
          </a:prstGeom>
          <a:solidFill>
            <a:srgbClr val="192843"/>
          </a:solidFill>
          <a:ln>
            <a:solidFill>
              <a:srgbClr val="48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267712"/>
            <a:ext cx="1453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51760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BB8CC"/>
                </a:solidFill>
                <a:latin typeface="Aptos"/>
              </a:rPr>
              <a:t>Persist real stages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46136" y="2633472"/>
            <a:ext cx="347472" cy="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93608" y="2011680"/>
            <a:ext cx="1600200" cy="1234440"/>
          </a:xfrm>
          <a:prstGeom prst="roundRect">
            <a:avLst/>
          </a:prstGeom>
          <a:solidFill>
            <a:srgbClr val="192843"/>
          </a:solidFill>
          <a:ln>
            <a:solidFill>
              <a:srgbClr val="30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267712"/>
            <a:ext cx="1453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GET 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51760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BB8CC"/>
                </a:solidFill>
                <a:latin typeface="Aptos"/>
              </a:rPr>
              <a:t>Poll ≈ every 2 sec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93808" y="2633472"/>
            <a:ext cx="347472" cy="0"/>
          </a:xfrm>
          <a:prstGeom prst="line">
            <a:avLst/>
          </a:prstGeom>
          <a:ln w="19050">
            <a:solidFill>
              <a:srgbClr val="AB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241280" y="2011680"/>
            <a:ext cx="1600200" cy="1234440"/>
          </a:xfrm>
          <a:prstGeom prst="roundRect">
            <a:avLst/>
          </a:prstGeom>
          <a:solidFill>
            <a:srgbClr val="192843"/>
          </a:solidFill>
          <a:ln>
            <a:solidFill>
              <a:srgbClr val="3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14432" y="2267712"/>
            <a:ext cx="1453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Results /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4432" y="2651760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BB8CC"/>
                </a:solidFill>
                <a:latin typeface="Aptos"/>
              </a:rPr>
              <a:t>Return completed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69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5C2D3"/>
                </a:solidFill>
                <a:latin typeface="Aptos"/>
              </a:rPr>
              <a:t>Worker progress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26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5%  →  20%  →  40%  →  60%  →  80%  →  95%  →  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BB8CC"/>
                </a:solidFill>
                <a:latin typeface="Aptos"/>
              </a:rPr>
              <a:t>startup • target fetch • header analysis • TLS • CMS • scoring • completion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Scoring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Deterministic scoring with remediation, not a vulnerability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35C2D3"/>
                </a:solidFill>
                <a:latin typeface="Aptos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8CC"/>
                </a:solidFill>
                <a:latin typeface="Aptos"/>
              </a:rPr>
              <a:t>Starting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− documented penalties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830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ABB8CC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48BE84"/>
                </a:solidFill>
                <a:latin typeface="Aptos"/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BB8CC"/>
                </a:solidFill>
                <a:latin typeface="Aptos"/>
              </a:rPr>
              <a:t>Final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828800" cy="11430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5C2D3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587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90–100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246120"/>
            <a:ext cx="1828800" cy="11430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429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8BE84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587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80–89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246120"/>
            <a:ext cx="1828800" cy="11430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3429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5A643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587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70–79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3246120"/>
            <a:ext cx="1828800" cy="11430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3429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75B5B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8587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60–69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3246120"/>
            <a:ext cx="1828800" cy="1143000"/>
          </a:xfrm>
          <a:prstGeom prst="roundRect">
            <a:avLst/>
          </a:prstGeom>
          <a:solidFill>
            <a:srgbClr val="192843"/>
          </a:solidFill>
          <a:ln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3429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75B5B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8587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0–59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Every failed check is paired with a practical remediation message and the report can be exported as PDF.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Security &amp; Abuse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The scanner is designed not to become an unrestricted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66360" cy="128016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280160"/>
          </a:xfrm>
          <a:prstGeom prst="rect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Target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BB8CC"/>
                </a:solidFill>
                <a:latin typeface="Aptos"/>
              </a:rPr>
              <a:t>Only absolute HTTP(S) URLs; no embedded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166360" cy="128016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64008" cy="1280160"/>
          </a:xfrm>
          <a:prstGeom prst="rect">
            <a:avLst/>
          </a:prstGeom>
          <a:solidFill>
            <a:srgbClr val="35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361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SSRF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6596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BB8CC"/>
                </a:solidFill>
                <a:latin typeface="Aptos"/>
              </a:rPr>
              <a:t>Reject localhost/internal names and non-global DNS answers; re-check every redirect.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44368"/>
            <a:ext cx="5166360" cy="128016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44368"/>
            <a:ext cx="64008" cy="1280160"/>
          </a:xfrm>
          <a:prstGeom prst="rect">
            <a:avLst/>
          </a:prstGeom>
          <a:solidFill>
            <a:srgbClr val="48B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10896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Network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538727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BB8CC"/>
                </a:solidFill>
                <a:latin typeface="Aptos"/>
              </a:rPr>
              <a:t>3 redirects, 12-second timeout, 1 MB response cap, trust_env=False.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44368"/>
            <a:ext cx="5166360" cy="128016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44368"/>
            <a:ext cx="64008" cy="1280160"/>
          </a:xfrm>
          <a:prstGeom prst="rect">
            <a:avLst/>
          </a:prstGeom>
          <a:solidFill>
            <a:srgbClr val="F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10896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Abuse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538727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BB8CC"/>
                </a:solidFill>
                <a:latin typeface="Aptos"/>
              </a:rPr>
              <a:t>5 scan requests/min/IP, 10 scans/hour/user, 3 active scans system-wide.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17136"/>
            <a:ext cx="5166360" cy="128016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17136"/>
            <a:ext cx="64008" cy="1280160"/>
          </a:xfrm>
          <a:prstGeom prst="rect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681727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Authorization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111496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BB8CC"/>
                </a:solidFill>
                <a:latin typeface="Aptos"/>
              </a:rPr>
              <a:t>Ownership checks protect scan status, reports, PDFs and history.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517136"/>
            <a:ext cx="5166360" cy="128016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517136"/>
            <a:ext cx="64008" cy="1280160"/>
          </a:xfrm>
          <a:prstGeom prst="rect">
            <a:avLst/>
          </a:prstGeom>
          <a:solidFill>
            <a:srgbClr val="35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681727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Secrets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111496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BB8CC"/>
                </a:solidFill>
                <a:latin typeface="Aptos"/>
              </a:rPr>
              <a:t>Environment-based secrets; production rejects the development JWT secret.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C"/>
                </a:solidFill>
                <a:latin typeface="Aptos"/>
              </a:rPr>
              <a:t>Important deployment note: application checks reduce SSRF risk but do not eliminate DNS rebinding; production workers need egress firewall controls.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Selected for a small, maintainable full-stack security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66360" cy="987552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987552"/>
          </a:xfrm>
          <a:prstGeom prst="rect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React 19 • Vite 8 • Recharts •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987552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64008" cy="987552"/>
          </a:xfrm>
          <a:prstGeom prst="rect">
            <a:avLst/>
          </a:prstGeom>
          <a:solidFill>
            <a:srgbClr val="35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9047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20240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Python • FastAPI • Pydantic • SQLAlchemy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42032"/>
            <a:ext cx="5166360" cy="987552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542032"/>
            <a:ext cx="64008" cy="987552"/>
          </a:xfrm>
          <a:prstGeom prst="rect">
            <a:avLst/>
          </a:prstGeom>
          <a:solidFill>
            <a:srgbClr val="F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70662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136392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Celery • 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542032"/>
            <a:ext cx="5166360" cy="987552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542032"/>
            <a:ext cx="64008" cy="987552"/>
          </a:xfrm>
          <a:prstGeom prst="rect">
            <a:avLst/>
          </a:prstGeom>
          <a:solidFill>
            <a:srgbClr val="48B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70662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136392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58184"/>
            <a:ext cx="5166360" cy="987552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58184"/>
            <a:ext cx="64008" cy="987552"/>
          </a:xfrm>
          <a:prstGeom prst="rect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922776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352544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httpx • BeautifulSoup4 • ssl/socket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58184"/>
            <a:ext cx="5166360" cy="987552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758184"/>
            <a:ext cx="64008" cy="987552"/>
          </a:xfrm>
          <a:prstGeom prst="rect">
            <a:avLst/>
          </a:prstGeom>
          <a:solidFill>
            <a:srgbClr val="35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922776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352544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ReportLab • PDF generation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74336"/>
            <a:ext cx="5166360" cy="987552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74336"/>
            <a:ext cx="64008" cy="987552"/>
          </a:xfrm>
          <a:prstGeom prst="rect">
            <a:avLst/>
          </a:prstGeom>
          <a:solidFill>
            <a:srgbClr val="48B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5138928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5568696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pytest • FastAPI TestClient • pinned dependencies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974336"/>
            <a:ext cx="5166360" cy="987552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974336"/>
            <a:ext cx="64008" cy="987552"/>
          </a:xfrm>
          <a:prstGeom prst="rect">
            <a:avLst/>
          </a:prstGeom>
          <a:solidFill>
            <a:srgbClr val="F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5138928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5568696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Docker Compose • separate frontend/backend/worker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Evidence from the current project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48BE84"/>
                </a:solidFill>
                <a:latin typeface="Aptos"/>
              </a:rPr>
              <a:t>35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BB8CC"/>
                </a:solidFill>
                <a:latin typeface="Aptos"/>
              </a:rPr>
              <a:t>backend tests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325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35C2D3"/>
                </a:solidFill>
                <a:latin typeface="Apto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BB8CC"/>
                </a:solidFill>
                <a:latin typeface="Aptos"/>
              </a:rPr>
              <a:t>npm audit vulnerabilities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25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3074FF"/>
                </a:solidFill>
                <a:latin typeface="Apto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BB8CC"/>
                </a:solidFill>
                <a:latin typeface="Aptos"/>
              </a:rPr>
              <a:t>frontend production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3383280" cy="214884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64008" cy="2148840"/>
          </a:xfrm>
          <a:prstGeom prst="rect">
            <a:avLst/>
          </a:prstGeom>
          <a:solidFill>
            <a:srgbClr val="30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36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Covered by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66160"/>
            <a:ext cx="30175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Headers • scoring boundaries • CMS evidence • SSRF validation • redirect checks • TLS decisions • PDF generation • ownership protection • scan API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971800"/>
            <a:ext cx="3383280" cy="214884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2971800"/>
            <a:ext cx="64008" cy="2148840"/>
          </a:xfrm>
          <a:prstGeom prst="rect">
            <a:avLst/>
          </a:prstGeom>
          <a:solidFill>
            <a:srgbClr val="35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3136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Frontend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566160"/>
            <a:ext cx="30175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npm ci completed successfully and Vite produced a production build. The build warning concerns bundle size, not correctness.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971800"/>
            <a:ext cx="3383280" cy="214884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2971800"/>
            <a:ext cx="64008" cy="2148840"/>
          </a:xfrm>
          <a:prstGeom prst="rect">
            <a:avLst/>
          </a:prstGeom>
          <a:solidFill>
            <a:srgbClr val="F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3136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Known validation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566160"/>
            <a:ext cx="30175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Full-stack local verification completed with FastAPI, PostgreSQL, Redis/Memurai, Celery worker, frontend, authentication, authorized target scanning, result persistence, history, and PDF report generation.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Limitations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What I would improve for production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11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5C2D3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420624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4206240"/>
          </a:xfrm>
          <a:prstGeom prst="rect">
            <a:avLst/>
          </a:prstGeom>
          <a:solidFill>
            <a:srgbClr val="F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315468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• 3 CMS families
• Negotiated TLS handshake only
• In-process rate limiting
• Startup schema creation
• localStorage bearer token model
• No browser-test harness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420624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64008" cy="4206240"/>
          </a:xfrm>
          <a:prstGeom prst="rect">
            <a:avLst/>
          </a:prstGeom>
          <a:solidFill>
            <a:srgbClr val="35C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Next engineering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65960"/>
            <a:ext cx="315468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• Managed DB migrations
• Distributed rate-limit storage
• Distributed scan-capacity lock
• Deeper CSP parsing
• Stronger session model
• CI/CD dependency + container scanning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520440" cy="4206240"/>
          </a:xfrm>
          <a:prstGeom prst="roundRect">
            <a:avLst/>
          </a:prstGeom>
          <a:solidFill>
            <a:srgbClr val="192843"/>
          </a:solidFill>
          <a:ln w="12700">
            <a:solidFill>
              <a:srgbClr val="37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64008" cy="4206240"/>
          </a:xfrm>
          <a:prstGeom prst="rect">
            <a:avLst/>
          </a:prstGeom>
          <a:solidFill>
            <a:srgbClr val="48B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65960"/>
            <a:ext cx="315468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BB8CC"/>
                </a:solidFill>
                <a:latin typeface="Aptos"/>
              </a:rPr>
              <a:t>The project deliberately documents its boundaries instead of presenting a limited passive scanner as a full penetration-testing platform.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C"/>
                </a:solidFill>
                <a:latin typeface="Aptos"/>
              </a:rPr>
              <a:t>VulnScan Lite  •  Passive Web Security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651052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C"/>
                </a:solidFill>
                <a:latin typeface="Aptos"/>
              </a:rPr>
              <a:t>Persevex Cyber Security Internship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5C2D3"/>
                </a:solidFill>
                <a:latin typeface="Aptos"/>
              </a:rPr>
              <a:t>VulnScan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BB8CC"/>
                </a:solidFill>
                <a:latin typeface="Aptos"/>
              </a:rPr>
              <a:t>Passive Web Security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4903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C2D3"/>
                </a:solidFill>
                <a:latin typeface="Aptos"/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6766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A focused, asynchronous and security-conscious tool that turns a small set of passive web checks into a repeatable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4251960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0">
                <a:solidFill>
                  <a:srgbClr val="ABB8CC"/>
                </a:solidFill>
                <a:latin typeface="Aptos"/>
              </a:rPr>
              <a:t>Only scan websites you own or have permission to assess.
Passive analysis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07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C"/>
                </a:solidFill>
                <a:latin typeface="Aptos"/>
              </a:rPr>
              <a:t>Persevex Cyber Security Internship  •  Project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080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BB8CC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